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820800"/>
            <a:ext cx="9051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39440" y="7080120"/>
            <a:ext cx="318780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11160" y="7080120"/>
            <a:ext cx="234288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952E31-A23B-4DEC-8964-D0E38E3DDF2D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2920" y="7080120"/>
            <a:ext cx="234288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820800"/>
            <a:ext cx="9051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39440" y="7080120"/>
            <a:ext cx="318780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11160" y="7080120"/>
            <a:ext cx="234288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F18875-C1AF-4AC0-BC80-21A96445EAB5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2920" y="7080120"/>
            <a:ext cx="234288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244800" y="28260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{{caption_1}}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2037600" y="1746360"/>
            <a:ext cx="996480" cy="14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{{caption_2}}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254160" y="324432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{{caption_3}}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1995120" y="464760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{{caption_4}}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280440" y="606780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{{caption_5}}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{{IMG_1}}"/>
          <p:cNvSpPr/>
          <p:nvPr/>
        </p:nvSpPr>
        <p:spPr>
          <a:xfrm>
            <a:off x="1255320" y="270000"/>
            <a:ext cx="1765440" cy="135792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" name="{{IMG_2}}"/>
          <p:cNvSpPr/>
          <p:nvPr/>
        </p:nvSpPr>
        <p:spPr>
          <a:xfrm>
            <a:off x="240480" y="1755720"/>
            <a:ext cx="1801440" cy="141084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" name="{{IMG_4}}"/>
          <p:cNvSpPr/>
          <p:nvPr/>
        </p:nvSpPr>
        <p:spPr>
          <a:xfrm>
            <a:off x="239760" y="4661640"/>
            <a:ext cx="1703520" cy="133416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" name="{{IMG_3}}"/>
          <p:cNvSpPr/>
          <p:nvPr/>
        </p:nvSpPr>
        <p:spPr>
          <a:xfrm>
            <a:off x="1319760" y="3267720"/>
            <a:ext cx="1699920" cy="130392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" name="{{IMG_5}}"/>
          <p:cNvSpPr/>
          <p:nvPr/>
        </p:nvSpPr>
        <p:spPr>
          <a:xfrm>
            <a:off x="1380960" y="6063840"/>
            <a:ext cx="1640160" cy="128556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"/>
          <p:cNvSpPr/>
          <p:nvPr/>
        </p:nvSpPr>
        <p:spPr>
          <a:xfrm>
            <a:off x="3778200" y="34128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3651120" y="785880"/>
            <a:ext cx="2825280" cy="55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lang="en-CA" sz="11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{{SUMMARY}}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7111800" y="142884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{{IMG_MAIN}}"/>
          <p:cNvSpPr/>
          <p:nvPr/>
        </p:nvSpPr>
        <p:spPr>
          <a:xfrm>
            <a:off x="7064640" y="2086920"/>
            <a:ext cx="2665440" cy="19368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7139160" y="484452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{{TITLE}}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7132320" y="657540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{{PRICE}}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7132320" y="613080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{{BEDS_AND_BATHS}}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{{IMG_6}} "/>
          <p:cNvSpPr/>
          <p:nvPr/>
        </p:nvSpPr>
        <p:spPr>
          <a:xfrm>
            <a:off x="1322640" y="241560"/>
            <a:ext cx="1697760" cy="131148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" name="{{IMG_7}}"/>
          <p:cNvSpPr/>
          <p:nvPr/>
        </p:nvSpPr>
        <p:spPr>
          <a:xfrm>
            <a:off x="329760" y="1672920"/>
            <a:ext cx="1645560" cy="132300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" name="{{IMG_8}}"/>
          <p:cNvSpPr/>
          <p:nvPr/>
        </p:nvSpPr>
        <p:spPr>
          <a:xfrm>
            <a:off x="1323360" y="3106080"/>
            <a:ext cx="1697040" cy="137448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" name="{{IMG_9}}"/>
          <p:cNvSpPr/>
          <p:nvPr/>
        </p:nvSpPr>
        <p:spPr>
          <a:xfrm>
            <a:off x="289800" y="4596840"/>
            <a:ext cx="1589040" cy="146088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" name="{{IMG_10}}"/>
          <p:cNvSpPr/>
          <p:nvPr/>
        </p:nvSpPr>
        <p:spPr>
          <a:xfrm>
            <a:off x="1332000" y="6153840"/>
            <a:ext cx="1695960" cy="131004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315720" y="22464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{{caption_6}}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1975680" y="1650240"/>
            <a:ext cx="1045440" cy="13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{{caption_7}}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289800" y="3106080"/>
            <a:ext cx="1033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{{caption_8}}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08520" y="6153840"/>
            <a:ext cx="1023120" cy="13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{{caption_10}}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879200" y="4596840"/>
            <a:ext cx="1149480" cy="14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000" b="0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{{caption_9}}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778200" y="34164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7132320" y="34200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2000" b="1" i="1" u="none" strike="noStrike">
                <a:solidFill>
                  <a:srgbClr val="000000"/>
                </a:solidFill>
                <a:effectLst/>
                <a:uFillTx/>
                <a:latin typeface="Nimbus Roman"/>
                <a:ea typeface="Noto Sans CJK SC"/>
              </a:rPr>
              <a:t>{{ADDRESS}}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3600000" y="786240"/>
            <a:ext cx="2931120" cy="65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lang="en-CA" sz="1400" b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{{FEATURE_BLOCK}}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6966720" y="768960"/>
            <a:ext cx="2952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lang="en-CA" sz="1400" b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{{ROOM_BLOCK}}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7091640" y="644472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n-CA" sz="1600" b="1" i="1" u="none" strike="noStrike">
                <a:solidFill>
                  <a:srgbClr val="000000"/>
                </a:solidFill>
                <a:effectLst/>
                <a:uFillTx/>
                <a:latin typeface="Nimbus Roman"/>
              </a:rPr>
              <a:t>{{TOTAL}}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2026-05-02T21:13:45Z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