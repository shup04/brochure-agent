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sldIdLst>
    <p:sldId id="256" r:id="rId4"/>
    <p:sldId id="257" r:id="rId5"/>
  </p:sldIdLst>
  <p:sldSz cx="10058400" cy="77724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2920" y="645480"/>
            <a:ext cx="905112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CA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2920" y="1818000"/>
            <a:ext cx="9051120" cy="450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CA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8E3552D-4D6A-41E1-AA3C-97E60097A2D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CA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2920" y="645480"/>
            <a:ext cx="905112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CA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subTitle"/>
          </p:nvPr>
        </p:nvSpPr>
        <p:spPr>
          <a:xfrm>
            <a:off x="502920" y="1818000"/>
            <a:ext cx="9051120" cy="450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CA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DA0300C-418E-41D8-B4E6-E1E98083FA0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CA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2920" y="820800"/>
            <a:ext cx="90511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CA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2920" y="1818000"/>
            <a:ext cx="9051120" cy="450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CA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CA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>
          <a:xfrm>
            <a:off x="3439440" y="7080120"/>
            <a:ext cx="3187080" cy="53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>
          <a:xfrm>
            <a:off x="7211160" y="7080120"/>
            <a:ext cx="2342160" cy="53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25C0072-4290-4F4A-A607-E6CC915DDF92}" type="slidenum">
              <a: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C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>
          <a:xfrm>
            <a:off x="502920" y="7080120"/>
            <a:ext cx="2342160" cy="53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2920" y="820800"/>
            <a:ext cx="90511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CA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ftr" idx="4"/>
          </p:nvPr>
        </p:nvSpPr>
        <p:spPr>
          <a:xfrm>
            <a:off x="3439440" y="7080120"/>
            <a:ext cx="3187080" cy="53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sldNum" idx="5"/>
          </p:nvPr>
        </p:nvSpPr>
        <p:spPr>
          <a:xfrm>
            <a:off x="7211160" y="7080120"/>
            <a:ext cx="2342160" cy="53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A9C466F-1CF8-419A-B142-E045883E98DD}" type="slidenum">
              <a: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C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6"/>
          </p:nvPr>
        </p:nvSpPr>
        <p:spPr>
          <a:xfrm>
            <a:off x="502920" y="7080120"/>
            <a:ext cx="2342160" cy="53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body"/>
          </p:nvPr>
        </p:nvSpPr>
        <p:spPr>
          <a:xfrm>
            <a:off x="502920" y="1818720"/>
            <a:ext cx="9051480" cy="450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CA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CA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CA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CA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C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>
            <a:off x="244800" y="757080"/>
            <a:ext cx="995760" cy="39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lang="en-CA" sz="1000" b="0" i="1" u="none" strike="noStrike">
                <a:solidFill>
                  <a:srgbClr val="000000"/>
                </a:solidFill>
                <a:effectLst/>
                <a:uFillTx/>
                <a:latin typeface="Nimbus Roman"/>
                <a:ea typeface="DejaVu Sans"/>
              </a:rPr>
              <a:t>{{caption_1}}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"/>
          <p:cNvSpPr/>
          <p:nvPr/>
        </p:nvSpPr>
        <p:spPr>
          <a:xfrm>
            <a:off x="2037600" y="2250720"/>
            <a:ext cx="995760" cy="39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lang="en-CA" sz="1000" b="0" i="1" u="none" strike="noStrike">
                <a:solidFill>
                  <a:srgbClr val="000000"/>
                </a:solidFill>
                <a:effectLst/>
                <a:uFillTx/>
                <a:latin typeface="Nimbus Roman"/>
                <a:ea typeface="DejaVu Sans"/>
              </a:rPr>
              <a:t>{{caption_2}}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"/>
          <p:cNvSpPr/>
          <p:nvPr/>
        </p:nvSpPr>
        <p:spPr>
          <a:xfrm>
            <a:off x="254160" y="3718800"/>
            <a:ext cx="995760" cy="39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lang="en-CA" sz="1000" b="0" i="1" u="none" strike="noStrike">
                <a:solidFill>
                  <a:srgbClr val="000000"/>
                </a:solidFill>
                <a:effectLst/>
                <a:uFillTx/>
                <a:latin typeface="Nimbus Roman"/>
                <a:ea typeface="DejaVu Sans"/>
              </a:rPr>
              <a:t>{{caption_3}}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"/>
          <p:cNvSpPr/>
          <p:nvPr/>
        </p:nvSpPr>
        <p:spPr>
          <a:xfrm>
            <a:off x="1995120" y="5122080"/>
            <a:ext cx="995760" cy="39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lang="en-CA" sz="1000" b="0" i="1" u="none" strike="noStrike">
                <a:solidFill>
                  <a:srgbClr val="000000"/>
                </a:solidFill>
                <a:effectLst/>
                <a:uFillTx/>
                <a:latin typeface="Nimbus Roman"/>
                <a:ea typeface="DejaVu Sans"/>
              </a:rPr>
              <a:t>{{caption_4}}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"/>
          <p:cNvSpPr/>
          <p:nvPr/>
        </p:nvSpPr>
        <p:spPr>
          <a:xfrm>
            <a:off x="280440" y="6542280"/>
            <a:ext cx="995760" cy="39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lang="en-CA" sz="1000" b="0" i="1" u="none" strike="noStrike">
                <a:solidFill>
                  <a:srgbClr val="000000"/>
                </a:solidFill>
                <a:effectLst/>
                <a:uFillTx/>
                <a:latin typeface="Nimbus Roman"/>
                <a:ea typeface="DejaVu Sans"/>
              </a:rPr>
              <a:t>{{caption_5}}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{{IMG_1}}"/>
          <p:cNvSpPr/>
          <p:nvPr/>
        </p:nvSpPr>
        <p:spPr>
          <a:xfrm>
            <a:off x="1255320" y="270000"/>
            <a:ext cx="1764720" cy="1357200"/>
          </a:xfrm>
          <a:prstGeom prst="rect">
            <a:avLst/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" name="{{IMG_2}}"/>
          <p:cNvSpPr/>
          <p:nvPr/>
        </p:nvSpPr>
        <p:spPr>
          <a:xfrm>
            <a:off x="240480" y="1755720"/>
            <a:ext cx="1800720" cy="1410120"/>
          </a:xfrm>
          <a:prstGeom prst="rect">
            <a:avLst/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" name="{{IMG_4}}"/>
          <p:cNvSpPr/>
          <p:nvPr/>
        </p:nvSpPr>
        <p:spPr>
          <a:xfrm>
            <a:off x="239760" y="4661640"/>
            <a:ext cx="1702800" cy="1333440"/>
          </a:xfrm>
          <a:prstGeom prst="rect">
            <a:avLst/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" name="{{IMG_3}}"/>
          <p:cNvSpPr/>
          <p:nvPr/>
        </p:nvSpPr>
        <p:spPr>
          <a:xfrm>
            <a:off x="1319760" y="3267720"/>
            <a:ext cx="1699200" cy="1303200"/>
          </a:xfrm>
          <a:prstGeom prst="rect">
            <a:avLst/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" name="{{IMG_5}}"/>
          <p:cNvSpPr/>
          <p:nvPr/>
        </p:nvSpPr>
        <p:spPr>
          <a:xfrm>
            <a:off x="1380960" y="6063840"/>
            <a:ext cx="1639440" cy="1284840"/>
          </a:xfrm>
          <a:prstGeom prst="rect">
            <a:avLst/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" name=""/>
          <p:cNvSpPr/>
          <p:nvPr/>
        </p:nvSpPr>
        <p:spPr>
          <a:xfrm>
            <a:off x="3778200" y="341280"/>
            <a:ext cx="258660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CA" sz="2000" b="1" i="1" u="none" strike="noStrike">
                <a:solidFill>
                  <a:srgbClr val="000000"/>
                </a:solidFill>
                <a:effectLst/>
                <a:uFillTx/>
                <a:latin typeface="Nimbus Roman"/>
                <a:ea typeface="Noto Sans CJK SC"/>
              </a:rPr>
              <a:t>{{ADDRESS}}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"/>
          <p:cNvSpPr/>
          <p:nvPr/>
        </p:nvSpPr>
        <p:spPr>
          <a:xfrm>
            <a:off x="3651120" y="785880"/>
            <a:ext cx="2824560" cy="55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70000"/>
              <a:buFont typeface="Wingdings" charset="2"/>
              <a:buChar char=""/>
            </a:pPr>
            <a:r>
              <a:rPr lang="en-CA" sz="1100" b="1" i="1" u="none" strike="noStrike">
                <a:solidFill>
                  <a:srgbClr val="000000"/>
                </a:solidFill>
                <a:effectLst/>
                <a:uFillTx/>
                <a:latin typeface="Nimbus Roman"/>
                <a:ea typeface="DejaVu Sans"/>
              </a:rPr>
              <a:t>{{SUMMARY}}</a:t>
            </a:r>
            <a:endParaRPr lang="en-CA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"/>
          <p:cNvSpPr/>
          <p:nvPr/>
        </p:nvSpPr>
        <p:spPr>
          <a:xfrm>
            <a:off x="7111800" y="1428840"/>
            <a:ext cx="258660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CA" sz="2000" b="1" i="1" u="none" strike="noStrike">
                <a:solidFill>
                  <a:srgbClr val="000000"/>
                </a:solidFill>
                <a:effectLst/>
                <a:uFillTx/>
                <a:latin typeface="Nimbus Roman"/>
                <a:ea typeface="Noto Sans CJK SC"/>
              </a:rPr>
              <a:t>{{ADDRESS}}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{{IMG_MAIN}}"/>
          <p:cNvSpPr/>
          <p:nvPr/>
        </p:nvSpPr>
        <p:spPr>
          <a:xfrm>
            <a:off x="7064640" y="2086920"/>
            <a:ext cx="2664720" cy="19360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0" name=""/>
          <p:cNvSpPr/>
          <p:nvPr/>
        </p:nvSpPr>
        <p:spPr>
          <a:xfrm>
            <a:off x="7139160" y="4844520"/>
            <a:ext cx="2586600" cy="3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CA" sz="1600" b="1" i="1" u="none" strike="noStrike">
                <a:solidFill>
                  <a:srgbClr val="000000"/>
                </a:solidFill>
                <a:effectLst/>
                <a:uFillTx/>
                <a:latin typeface="Nimbus Roman"/>
                <a:ea typeface="DejaVu Sans"/>
              </a:rPr>
              <a:t>{{TITLE}}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"/>
          <p:cNvSpPr/>
          <p:nvPr/>
        </p:nvSpPr>
        <p:spPr>
          <a:xfrm>
            <a:off x="7132320" y="6575400"/>
            <a:ext cx="258660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CA" sz="2000" b="1" i="1" u="none" strike="noStrike">
                <a:solidFill>
                  <a:srgbClr val="000000"/>
                </a:solidFill>
                <a:effectLst/>
                <a:uFillTx/>
                <a:latin typeface="Nimbus Roman"/>
                <a:ea typeface="DejaVu Sans"/>
              </a:rPr>
              <a:t>{{PRICE}}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"/>
          <p:cNvSpPr/>
          <p:nvPr/>
        </p:nvSpPr>
        <p:spPr>
          <a:xfrm>
            <a:off x="7132320" y="6130800"/>
            <a:ext cx="2586600" cy="3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CA" sz="1600" b="1" i="1" u="none" strike="noStrike">
                <a:solidFill>
                  <a:srgbClr val="000000"/>
                </a:solidFill>
                <a:effectLst/>
                <a:uFillTx/>
                <a:latin typeface="Nimbus Roman"/>
                <a:ea typeface="DejaVu Sans"/>
              </a:rPr>
              <a:t>{{BEDS_AND_BATHS}}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"/>
          <p:cNvSpPr/>
          <p:nvPr/>
        </p:nvSpPr>
        <p:spPr>
          <a:xfrm>
            <a:off x="7368840" y="7129080"/>
            <a:ext cx="2232360" cy="1872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{{IMG_6}} "/>
          <p:cNvSpPr/>
          <p:nvPr/>
        </p:nvSpPr>
        <p:spPr>
          <a:xfrm>
            <a:off x="1322640" y="241560"/>
            <a:ext cx="1697040" cy="1310760"/>
          </a:xfrm>
          <a:prstGeom prst="rect">
            <a:avLst/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" name="{{IMG_7}}"/>
          <p:cNvSpPr/>
          <p:nvPr/>
        </p:nvSpPr>
        <p:spPr>
          <a:xfrm>
            <a:off x="329760" y="1672920"/>
            <a:ext cx="1644840" cy="1322280"/>
          </a:xfrm>
          <a:prstGeom prst="rect">
            <a:avLst/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" name="{{IMG_8}}"/>
          <p:cNvSpPr/>
          <p:nvPr/>
        </p:nvSpPr>
        <p:spPr>
          <a:xfrm>
            <a:off x="1323360" y="3106080"/>
            <a:ext cx="1696320" cy="1373760"/>
          </a:xfrm>
          <a:prstGeom prst="rect">
            <a:avLst/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7" name="{{IMG_9}}"/>
          <p:cNvSpPr/>
          <p:nvPr/>
        </p:nvSpPr>
        <p:spPr>
          <a:xfrm>
            <a:off x="289800" y="4596840"/>
            <a:ext cx="1588320" cy="1460160"/>
          </a:xfrm>
          <a:prstGeom prst="rect">
            <a:avLst/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8" name="{{IMG_10}}"/>
          <p:cNvSpPr/>
          <p:nvPr/>
        </p:nvSpPr>
        <p:spPr>
          <a:xfrm>
            <a:off x="1332000" y="6153840"/>
            <a:ext cx="1695240" cy="1309320"/>
          </a:xfrm>
          <a:prstGeom prst="rect">
            <a:avLst/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" name=""/>
          <p:cNvSpPr/>
          <p:nvPr/>
        </p:nvSpPr>
        <p:spPr>
          <a:xfrm>
            <a:off x="315720" y="699120"/>
            <a:ext cx="995760" cy="39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lang="en-CA" sz="1000" b="0" i="1" u="none" strike="noStrike">
                <a:solidFill>
                  <a:srgbClr val="000000"/>
                </a:solidFill>
                <a:effectLst/>
                <a:uFillTx/>
                <a:latin typeface="Nimbus Roman"/>
                <a:ea typeface="DejaVu Sans"/>
              </a:rPr>
              <a:t>{{caption_6}}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/>
          <p:nvPr/>
        </p:nvSpPr>
        <p:spPr>
          <a:xfrm>
            <a:off x="1975680" y="2120400"/>
            <a:ext cx="1044720" cy="39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lang="en-CA" sz="1000" b="0" i="1" u="none" strike="noStrike">
                <a:solidFill>
                  <a:srgbClr val="000000"/>
                </a:solidFill>
                <a:effectLst/>
                <a:uFillTx/>
                <a:latin typeface="Nimbus Roman"/>
                <a:ea typeface="DejaVu Sans"/>
              </a:rPr>
              <a:t>{{caption_7}}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"/>
          <p:cNvSpPr/>
          <p:nvPr/>
        </p:nvSpPr>
        <p:spPr>
          <a:xfrm>
            <a:off x="289800" y="3593160"/>
            <a:ext cx="1032480" cy="39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lang="en-CA" sz="1000" b="0" i="1" u="none" strike="noStrike">
                <a:solidFill>
                  <a:srgbClr val="000000"/>
                </a:solidFill>
                <a:effectLst/>
                <a:uFillTx/>
                <a:latin typeface="Nimbus Roman"/>
                <a:ea typeface="DejaVu Sans"/>
              </a:rPr>
              <a:t>{{caption_8}}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"/>
          <p:cNvSpPr/>
          <p:nvPr/>
        </p:nvSpPr>
        <p:spPr>
          <a:xfrm>
            <a:off x="308520" y="6614280"/>
            <a:ext cx="1022400" cy="39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lang="en-CA" sz="1000" b="0" i="1" u="none" strike="noStrike">
                <a:solidFill>
                  <a:srgbClr val="000000"/>
                </a:solidFill>
                <a:effectLst/>
                <a:uFillTx/>
                <a:latin typeface="Nimbus Roman"/>
                <a:ea typeface="DejaVu Sans"/>
              </a:rPr>
              <a:t>{{caption_10}}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"/>
          <p:cNvSpPr/>
          <p:nvPr/>
        </p:nvSpPr>
        <p:spPr>
          <a:xfrm>
            <a:off x="1879200" y="5130720"/>
            <a:ext cx="1148760" cy="39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lang="en-CA" sz="1000" b="0" i="1" u="none" strike="noStrike">
                <a:solidFill>
                  <a:srgbClr val="000000"/>
                </a:solidFill>
                <a:effectLst/>
                <a:uFillTx/>
                <a:latin typeface="Nimbus Roman"/>
                <a:ea typeface="DejaVu Sans"/>
              </a:rPr>
              <a:t>{{caption_9}}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"/>
          <p:cNvSpPr/>
          <p:nvPr/>
        </p:nvSpPr>
        <p:spPr>
          <a:xfrm>
            <a:off x="3778200" y="341640"/>
            <a:ext cx="258660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CA" sz="2000" b="1" i="1" u="none" strike="noStrike">
                <a:solidFill>
                  <a:srgbClr val="000000"/>
                </a:solidFill>
                <a:effectLst/>
                <a:uFillTx/>
                <a:latin typeface="Nimbus Roman"/>
                <a:ea typeface="Noto Sans CJK SC"/>
              </a:rPr>
              <a:t>{{ADDRESS}}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"/>
          <p:cNvSpPr/>
          <p:nvPr/>
        </p:nvSpPr>
        <p:spPr>
          <a:xfrm>
            <a:off x="7132320" y="342000"/>
            <a:ext cx="258660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CA" sz="2000" b="1" i="1" u="none" strike="noStrike">
                <a:solidFill>
                  <a:srgbClr val="000000"/>
                </a:solidFill>
                <a:effectLst/>
                <a:uFillTx/>
                <a:latin typeface="Nimbus Roman"/>
                <a:ea typeface="Noto Sans CJK SC"/>
              </a:rPr>
              <a:t>{{ADDRESS}}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"/>
          <p:cNvSpPr/>
          <p:nvPr/>
        </p:nvSpPr>
        <p:spPr>
          <a:xfrm>
            <a:off x="3600000" y="786240"/>
            <a:ext cx="2930400" cy="51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200000"/>
              </a:lnSpc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lang="en-CA" sz="1400" b="1" u="none" strike="noStrike">
                <a:solidFill>
                  <a:srgbClr val="000000"/>
                </a:solidFill>
                <a:effectLst/>
                <a:uFillTx/>
                <a:latin typeface="Nimbus Roman"/>
                <a:ea typeface="DejaVu Sans"/>
              </a:rPr>
              <a:t>{{FEATURE_BLOCK}}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"/>
          <p:cNvSpPr/>
          <p:nvPr/>
        </p:nvSpPr>
        <p:spPr>
          <a:xfrm>
            <a:off x="6966720" y="768960"/>
            <a:ext cx="29516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50000"/>
              </a:lnSpc>
              <a:tabLst>
                <a:tab algn="l" pos="1479240"/>
              </a:tabLst>
            </a:pPr>
            <a:r>
              <a:rPr lang="en-CA" sz="1400" b="1" u="none" strike="noStrike">
                <a:solidFill>
                  <a:srgbClr val="000000"/>
                </a:solidFill>
                <a:effectLst/>
                <a:uFillTx/>
                <a:latin typeface="Nimbus Roman"/>
                <a:ea typeface="DejaVu Sans"/>
              </a:rPr>
              <a:t>{{ROOM_BLOCK}}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"/>
          <p:cNvSpPr/>
          <p:nvPr/>
        </p:nvSpPr>
        <p:spPr>
          <a:xfrm>
            <a:off x="7091640" y="6444720"/>
            <a:ext cx="2586600" cy="3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CA" sz="1600" b="1" i="1" u="none" strike="noStrike">
                <a:solidFill>
                  <a:srgbClr val="000000"/>
                </a:solidFill>
                <a:effectLst/>
                <a:uFillTx/>
                <a:latin typeface="Nimbus Roman"/>
                <a:ea typeface="DejaVu Sans"/>
              </a:rPr>
              <a:t>{{TOTAL}}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"/>
          <p:cNvSpPr/>
          <p:nvPr/>
        </p:nvSpPr>
        <p:spPr>
          <a:xfrm>
            <a:off x="7334280" y="6003360"/>
            <a:ext cx="2259000" cy="22464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" name=""/>
          <p:cNvPicPr/>
          <p:nvPr/>
        </p:nvPicPr>
        <p:blipFill>
          <a:blip r:embed="rId2"/>
          <a:stretch/>
        </p:blipFill>
        <p:spPr>
          <a:xfrm>
            <a:off x="7728120" y="7104960"/>
            <a:ext cx="1422720" cy="123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" name=""/>
          <p:cNvSpPr/>
          <p:nvPr/>
        </p:nvSpPr>
        <p:spPr>
          <a:xfrm>
            <a:off x="7728120" y="7096680"/>
            <a:ext cx="3960" cy="12924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"/>
          <p:cNvSpPr/>
          <p:nvPr/>
        </p:nvSpPr>
        <p:spPr>
          <a:xfrm>
            <a:off x="9146880" y="7098120"/>
            <a:ext cx="9000" cy="12852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"/>
          <p:cNvSpPr/>
          <p:nvPr/>
        </p:nvSpPr>
        <p:spPr>
          <a:xfrm>
            <a:off x="7724880" y="7224120"/>
            <a:ext cx="1436760" cy="972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35280" bIns="-35280" anchor="ctr">
            <a:noAutofit/>
          </a:bodyPr>
          <a:p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"/>
          <p:cNvSpPr/>
          <p:nvPr/>
        </p:nvSpPr>
        <p:spPr>
          <a:xfrm>
            <a:off x="7732080" y="7096680"/>
            <a:ext cx="1424520" cy="1476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30240" bIns="-30240" anchor="ctr">
            <a:noAutofit/>
          </a:bodyPr>
          <a:p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151</TotalTime>
  <Application>LibreOffice/25.8.6.2$Linux_X86_64 LibreOffice_project/580$Build-2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2026-04-23T13:36:01Z</dcterms:created>
  <dc:creator/>
  <dc:description/>
  <dc:language>en-CA</dc:language>
  <cp:lastModifiedBy/>
  <dcterms:modified xsi:type="dcterms:W3CDTF">2026-05-02T22:15:24Z</dcterms:modified>
  <cp:revision>22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