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58400" cy="7772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2920" y="820800"/>
            <a:ext cx="9051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2920" y="1818000"/>
            <a:ext cx="9051480" cy="450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39440" y="7080120"/>
            <a:ext cx="318744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11160" y="7080120"/>
            <a:ext cx="2342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0B3A3F-89E4-4D28-AAD4-4D349F5C9963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2920" y="7080120"/>
            <a:ext cx="2342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2920" y="820800"/>
            <a:ext cx="9051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39440" y="7080120"/>
            <a:ext cx="318744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11160" y="7080120"/>
            <a:ext cx="2342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BE0CCD-27BA-4FD2-A4CA-60195DFF7F81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2920" y="7080120"/>
            <a:ext cx="2342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244800" y="757080"/>
            <a:ext cx="9961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000" b="0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{{caption_1}}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2037600" y="2250720"/>
            <a:ext cx="9961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000" b="0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{{caption_2}}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54160" y="3718800"/>
            <a:ext cx="9961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000" b="0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{{caption_3}}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995120" y="5122080"/>
            <a:ext cx="9961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000" b="0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{{caption_4}}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80440" y="6542280"/>
            <a:ext cx="9961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000" b="0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{{caption_5}}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{{IMG_1}}"/>
          <p:cNvSpPr/>
          <p:nvPr/>
        </p:nvSpPr>
        <p:spPr>
          <a:xfrm>
            <a:off x="1255320" y="270000"/>
            <a:ext cx="1765080" cy="13575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" name="{{IMG_2}}"/>
          <p:cNvSpPr/>
          <p:nvPr/>
        </p:nvSpPr>
        <p:spPr>
          <a:xfrm>
            <a:off x="240480" y="1755720"/>
            <a:ext cx="1801080" cy="141048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" name="{{IMG_4}}"/>
          <p:cNvSpPr/>
          <p:nvPr/>
        </p:nvSpPr>
        <p:spPr>
          <a:xfrm>
            <a:off x="239760" y="4661640"/>
            <a:ext cx="1703160" cy="133380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" name="{{IMG_3}}"/>
          <p:cNvSpPr/>
          <p:nvPr/>
        </p:nvSpPr>
        <p:spPr>
          <a:xfrm>
            <a:off x="1319760" y="3267720"/>
            <a:ext cx="1699560" cy="130356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" name="{{IMG_5}}"/>
          <p:cNvSpPr/>
          <p:nvPr/>
        </p:nvSpPr>
        <p:spPr>
          <a:xfrm>
            <a:off x="1380960" y="6063840"/>
            <a:ext cx="1639800" cy="128520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3778200" y="341280"/>
            <a:ext cx="25869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2000" b="1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Noto Sans CJK SC"/>
              </a:rPr>
              <a:t>{{ADDRESS}}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651120" y="785880"/>
            <a:ext cx="2824920" cy="551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lang="en-CA" sz="1100" b="1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{{SUMMARY}}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111800" y="1428840"/>
            <a:ext cx="25869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2000" b="1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Noto Sans CJK SC"/>
              </a:rPr>
              <a:t>{{ADDRESS}}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{{IMG_MAIN}}"/>
          <p:cNvSpPr/>
          <p:nvPr/>
        </p:nvSpPr>
        <p:spPr>
          <a:xfrm>
            <a:off x="7064640" y="2086920"/>
            <a:ext cx="2665080" cy="193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7139160" y="4844520"/>
            <a:ext cx="25869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600" b="1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{{TITLE}}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132320" y="6575400"/>
            <a:ext cx="25869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2000" b="1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{{PRICE}}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7132320" y="6130800"/>
            <a:ext cx="25869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600" b="1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{{BEDS_AND_BATHS}}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{{IMG_6}} "/>
          <p:cNvSpPr/>
          <p:nvPr/>
        </p:nvSpPr>
        <p:spPr>
          <a:xfrm>
            <a:off x="1322640" y="241560"/>
            <a:ext cx="1697400" cy="131112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" name="{{IMG_7}}"/>
          <p:cNvSpPr/>
          <p:nvPr/>
        </p:nvSpPr>
        <p:spPr>
          <a:xfrm>
            <a:off x="329760" y="1672920"/>
            <a:ext cx="1645200" cy="132264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" name="{{IMG_8}}"/>
          <p:cNvSpPr/>
          <p:nvPr/>
        </p:nvSpPr>
        <p:spPr>
          <a:xfrm>
            <a:off x="1323360" y="3106080"/>
            <a:ext cx="1696680" cy="137412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" name="{{IMG_9}}"/>
          <p:cNvSpPr/>
          <p:nvPr/>
        </p:nvSpPr>
        <p:spPr>
          <a:xfrm>
            <a:off x="289800" y="4596840"/>
            <a:ext cx="1588680" cy="146052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{{IMG_10}}"/>
          <p:cNvSpPr/>
          <p:nvPr/>
        </p:nvSpPr>
        <p:spPr>
          <a:xfrm>
            <a:off x="1332000" y="6153840"/>
            <a:ext cx="1695600" cy="130968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315720" y="699120"/>
            <a:ext cx="9961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000" b="0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{{caption_6}}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975680" y="2120400"/>
            <a:ext cx="10450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000" b="0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{{caption_7}}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89800" y="3593160"/>
            <a:ext cx="103284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000" b="0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{{caption_8}}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08520" y="6614280"/>
            <a:ext cx="10227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000" b="0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{{caption_10}}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879200" y="5130720"/>
            <a:ext cx="11491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000" b="0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{{caption_9}}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778200" y="341640"/>
            <a:ext cx="25869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2000" b="1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Noto Sans CJK SC"/>
              </a:rPr>
              <a:t>{{ADDRESS}}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132320" y="342000"/>
            <a:ext cx="25869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2000" b="1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Noto Sans CJK SC"/>
              </a:rPr>
              <a:t>{{ADDRESS}}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3600000" y="786240"/>
            <a:ext cx="2930760" cy="65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lang="en-CA" sz="1400" b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{{FEATURE_BLOCK}}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966720" y="768960"/>
            <a:ext cx="2952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tabLst>
                <a:tab algn="l" pos="1479240"/>
              </a:tabLst>
            </a:pPr>
            <a:r>
              <a:rPr lang="en-CA" sz="1400" b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{{ROOM_BLOCK}}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7091640" y="6444720"/>
            <a:ext cx="25869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CA" sz="1600" b="1" i="1" u="none" strike="noStrike">
                <a:solidFill>
                  <a:srgbClr val="000000"/>
                </a:solidFill>
                <a:effectLst/>
                <a:uFillTx/>
                <a:latin typeface="Nimbus Roman"/>
                <a:ea typeface="DejaVu Sans"/>
              </a:rPr>
              <a:t>{{TOTAL}}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2026-04-23T13:36:01Z</dcterms:created>
  <dc:creator/>
  <dc:description/>
  <dc:language>en-CA</dc:language>
  <cp:lastModifiedBy/>
  <dcterms:modified xsi:type="dcterms:W3CDTF">2026-05-02T21:25:33Z</dcterms:modified>
  <cp:revision>20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