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</p:sldIdLst>
  <p:sldSz cx="10058400" cy="77724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2920" y="309600"/>
            <a:ext cx="9052200" cy="1297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CA" sz="60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502920" y="1818000"/>
            <a:ext cx="9052200" cy="450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939"/>
              </a:spcBef>
              <a:buNone/>
            </a:pPr>
            <a:endParaRPr lang="en-CA" sz="43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4BE6EA2E-1044-4035-B8B1-770E18CFC9E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CA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502920" y="309600"/>
            <a:ext cx="9052200" cy="1297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CA" sz="60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subTitle"/>
          </p:nvPr>
        </p:nvSpPr>
        <p:spPr>
          <a:xfrm>
            <a:off x="502920" y="1818000"/>
            <a:ext cx="9052200" cy="450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CA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3FC8A656-510F-4744-B956-C3D2173D092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CA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502920" y="309600"/>
            <a:ext cx="9052200" cy="1297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lang="en-CA" sz="603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CA" sz="60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502920" y="1818000"/>
            <a:ext cx="9052200" cy="450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93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CA" sz="439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CA" sz="43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55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CA" sz="384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CA" sz="38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115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CA" sz="329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CA" sz="32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77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CA" sz="274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CA" sz="27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386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CA" sz="274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CA" sz="27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386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CA" sz="274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CA" sz="27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386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CA" sz="274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CA" sz="27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>
          <a:xfrm>
            <a:off x="502920" y="7080120"/>
            <a:ext cx="2343240" cy="53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lang="en-CA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CA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CA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>
          <a:xfrm>
            <a:off x="3439440" y="7080120"/>
            <a:ext cx="3188160" cy="53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buNone/>
              <a:defRPr lang="en-CA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CA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CA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>
          <a:xfrm>
            <a:off x="7211160" y="7080120"/>
            <a:ext cx="2343240" cy="53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lang="en-CA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F4070A7C-E51E-4D25-B410-6E8711AC9FE0}" type="slidenum">
              <a:rPr lang="en-CA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CA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"/>
          <p:cNvSpPr txBox="1"/>
          <p:nvPr/>
        </p:nvSpPr>
        <p:spPr>
          <a:xfrm>
            <a:off x="244800" y="282600"/>
            <a:ext cx="996840" cy="1346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lang="en-CA" sz="1000" b="0" i="1" u="none" strike="noStrike">
                <a:solidFill>
                  <a:srgbClr val="000000"/>
                </a:solidFill>
                <a:effectLst/>
                <a:uFillTx/>
                <a:latin typeface="Nimbus Roman"/>
              </a:rPr>
              <a:t>{{caption_1}}</a:t>
            </a:r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/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"/>
          <p:cNvSpPr txBox="1"/>
          <p:nvPr/>
        </p:nvSpPr>
        <p:spPr>
          <a:xfrm>
            <a:off x="2037600" y="1746360"/>
            <a:ext cx="996840" cy="1405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lang="en-CA" sz="1000" b="0" i="1" u="none" strike="noStrike">
                <a:solidFill>
                  <a:srgbClr val="000000"/>
                </a:solidFill>
                <a:effectLst/>
                <a:uFillTx/>
                <a:latin typeface="Nimbus Roman"/>
              </a:rPr>
              <a:t>{{caption_2}}</a:t>
            </a:r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/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"/>
          <p:cNvSpPr txBox="1"/>
          <p:nvPr/>
        </p:nvSpPr>
        <p:spPr>
          <a:xfrm>
            <a:off x="254160" y="3244320"/>
            <a:ext cx="996840" cy="1346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lang="en-CA" sz="1000" b="0" i="1" u="none" strike="noStrike">
                <a:solidFill>
                  <a:srgbClr val="000000"/>
                </a:solidFill>
                <a:effectLst/>
                <a:uFillTx/>
                <a:latin typeface="Nimbus Roman"/>
              </a:rPr>
              <a:t>{{caption_3}}</a:t>
            </a:r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/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"/>
          <p:cNvSpPr txBox="1"/>
          <p:nvPr/>
        </p:nvSpPr>
        <p:spPr>
          <a:xfrm>
            <a:off x="1995120" y="4647600"/>
            <a:ext cx="996840" cy="1346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lang="en-CA" sz="1000" b="0" i="1" u="none" strike="noStrike">
                <a:solidFill>
                  <a:srgbClr val="000000"/>
                </a:solidFill>
                <a:effectLst/>
                <a:uFillTx/>
                <a:latin typeface="Nimbus Roman"/>
              </a:rPr>
              <a:t>{{caption_4}}</a:t>
            </a:r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/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"/>
          <p:cNvSpPr txBox="1"/>
          <p:nvPr/>
        </p:nvSpPr>
        <p:spPr>
          <a:xfrm>
            <a:off x="280440" y="6067800"/>
            <a:ext cx="996840" cy="1346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lang="en-CA" sz="1000" b="0" i="1" u="none" strike="noStrike">
                <a:solidFill>
                  <a:srgbClr val="000000"/>
                </a:solidFill>
                <a:effectLst/>
                <a:uFillTx/>
                <a:latin typeface="Nimbus Roman"/>
              </a:rPr>
              <a:t>{{caption_5}}</a:t>
            </a:r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/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{{IMG_1}}"/>
          <p:cNvSpPr/>
          <p:nvPr/>
        </p:nvSpPr>
        <p:spPr>
          <a:xfrm>
            <a:off x="1255320" y="270000"/>
            <a:ext cx="1765800" cy="1358280"/>
          </a:xfrm>
          <a:prstGeom prst="rect">
            <a:avLst/>
          </a:prstGeom>
          <a:solidFill>
            <a:srgbClr val="729fc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lang="en-CA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{{IMG_2}}"/>
          <p:cNvSpPr/>
          <p:nvPr/>
        </p:nvSpPr>
        <p:spPr>
          <a:xfrm>
            <a:off x="240480" y="1755720"/>
            <a:ext cx="1801800" cy="1411200"/>
          </a:xfrm>
          <a:prstGeom prst="rect">
            <a:avLst/>
          </a:prstGeom>
          <a:solidFill>
            <a:srgbClr val="729fc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lang="en-CA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{{IMG_4}}"/>
          <p:cNvSpPr/>
          <p:nvPr/>
        </p:nvSpPr>
        <p:spPr>
          <a:xfrm>
            <a:off x="239760" y="4661640"/>
            <a:ext cx="1703880" cy="1334520"/>
          </a:xfrm>
          <a:prstGeom prst="rect">
            <a:avLst/>
          </a:prstGeom>
          <a:solidFill>
            <a:srgbClr val="729fc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lang="en-CA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{{IMG_3}}"/>
          <p:cNvSpPr/>
          <p:nvPr/>
        </p:nvSpPr>
        <p:spPr>
          <a:xfrm>
            <a:off x="1319760" y="3267720"/>
            <a:ext cx="1700280" cy="1304280"/>
          </a:xfrm>
          <a:prstGeom prst="rect">
            <a:avLst/>
          </a:prstGeom>
          <a:solidFill>
            <a:srgbClr val="729fc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lang="en-CA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{{IMG_5}}"/>
          <p:cNvSpPr/>
          <p:nvPr/>
        </p:nvSpPr>
        <p:spPr>
          <a:xfrm>
            <a:off x="1380960" y="6063840"/>
            <a:ext cx="1640520" cy="1285920"/>
          </a:xfrm>
          <a:prstGeom prst="rect">
            <a:avLst/>
          </a:prstGeom>
          <a:solidFill>
            <a:srgbClr val="729fc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lang="en-CA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"/>
          <p:cNvSpPr txBox="1"/>
          <p:nvPr/>
        </p:nvSpPr>
        <p:spPr>
          <a:xfrm>
            <a:off x="3778200" y="341280"/>
            <a:ext cx="2587680" cy="444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lang="en-CA" sz="2000" b="1" i="1" u="none" strike="noStrike">
                <a:solidFill>
                  <a:srgbClr val="000000"/>
                </a:solidFill>
                <a:effectLst/>
                <a:uFillTx/>
                <a:latin typeface="Nimbus Roman"/>
                <a:ea typeface="Noto Sans CJK SC"/>
              </a:rPr>
              <a:t>{{ADDRESS</a:t>
            </a:r>
            <a:r>
              <a:rPr lang="en-CA" sz="2000" b="1" i="1" u="none" strike="noStrike">
                <a:solidFill>
                  <a:srgbClr val="000000"/>
                </a:solidFill>
                <a:effectLst/>
                <a:uFillTx/>
                <a:latin typeface="Nimbus Roman"/>
              </a:rPr>
              <a:t>}}</a:t>
            </a:r>
            <a:endParaRPr lang="en-CA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"/>
          <p:cNvSpPr txBox="1"/>
          <p:nvPr/>
        </p:nvSpPr>
        <p:spPr>
          <a:xfrm>
            <a:off x="3651120" y="785880"/>
            <a:ext cx="2825640" cy="55141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216000" indent="-216000">
              <a:buClr>
                <a:srgbClr val="000000"/>
              </a:buClr>
              <a:buSzPct val="70000"/>
              <a:buFont typeface="Wingdings" charset="2"/>
              <a:buChar char=""/>
            </a:pPr>
            <a:r>
              <a:rPr lang="en-CA" sz="1100" b="1" i="1" u="none" strike="noStrike">
                <a:solidFill>
                  <a:srgbClr val="000000"/>
                </a:solidFill>
                <a:effectLst/>
                <a:uFillTx/>
                <a:latin typeface="Nimbus Roman"/>
              </a:rPr>
              <a:t>{{SUMMARY}}</a:t>
            </a:r>
            <a:endParaRPr lang="en-CA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"/>
          <p:cNvSpPr txBox="1"/>
          <p:nvPr/>
        </p:nvSpPr>
        <p:spPr>
          <a:xfrm>
            <a:off x="7111800" y="1428840"/>
            <a:ext cx="2587680" cy="444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lang="en-CA" sz="2000" b="1" i="1" u="none" strike="noStrike">
                <a:solidFill>
                  <a:srgbClr val="000000"/>
                </a:solidFill>
                <a:effectLst/>
                <a:uFillTx/>
                <a:latin typeface="Nimbus Roman"/>
                <a:ea typeface="Noto Sans CJK SC"/>
              </a:rPr>
              <a:t>{{ADDRESS</a:t>
            </a:r>
            <a:r>
              <a:rPr lang="en-CA" sz="2000" b="1" i="1" u="none" strike="noStrike">
                <a:solidFill>
                  <a:srgbClr val="000000"/>
                </a:solidFill>
                <a:effectLst/>
                <a:uFillTx/>
                <a:latin typeface="Nimbus Roman"/>
              </a:rPr>
              <a:t>}}</a:t>
            </a:r>
            <a:endParaRPr lang="en-CA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{{IMG_MAIN}}"/>
          <p:cNvSpPr/>
          <p:nvPr/>
        </p:nvSpPr>
        <p:spPr>
          <a:xfrm>
            <a:off x="7064640" y="2086920"/>
            <a:ext cx="2665800" cy="193716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lang="en-CA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"/>
          <p:cNvSpPr txBox="1"/>
          <p:nvPr/>
        </p:nvSpPr>
        <p:spPr>
          <a:xfrm>
            <a:off x="7139160" y="4844520"/>
            <a:ext cx="2587680" cy="444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lang="en-CA" sz="1600" b="1" i="1" u="none" strike="noStrike">
                <a:solidFill>
                  <a:srgbClr val="000000"/>
                </a:solidFill>
                <a:effectLst/>
                <a:uFillTx/>
                <a:latin typeface="Nimbus Roman"/>
              </a:rPr>
              <a:t>{{TITLE}}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"/>
          <p:cNvSpPr txBox="1"/>
          <p:nvPr/>
        </p:nvSpPr>
        <p:spPr>
          <a:xfrm>
            <a:off x="7132320" y="6575400"/>
            <a:ext cx="2587680" cy="444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lang="en-CA" sz="2000" b="1" i="1" u="none" strike="noStrike">
                <a:solidFill>
                  <a:srgbClr val="000000"/>
                </a:solidFill>
                <a:effectLst/>
                <a:uFillTx/>
                <a:latin typeface="Nimbus Roman"/>
              </a:rPr>
              <a:t>{{PRICE}}</a:t>
            </a:r>
            <a:endParaRPr lang="en-CA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"/>
          <p:cNvSpPr txBox="1"/>
          <p:nvPr/>
        </p:nvSpPr>
        <p:spPr>
          <a:xfrm>
            <a:off x="7132320" y="6130800"/>
            <a:ext cx="2587680" cy="444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lang="en-CA" sz="1600" b="1" i="1" u="none" strike="noStrike">
                <a:solidFill>
                  <a:srgbClr val="000000"/>
                </a:solidFill>
                <a:effectLst/>
                <a:uFillTx/>
                <a:latin typeface="Nimbus Roman"/>
              </a:rPr>
              <a:t>{{BEDS_AND_BATHS}}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{{IMG_6}} "/>
          <p:cNvSpPr/>
          <p:nvPr/>
        </p:nvSpPr>
        <p:spPr>
          <a:xfrm>
            <a:off x="1322640" y="241560"/>
            <a:ext cx="1698120" cy="1311840"/>
          </a:xfrm>
          <a:prstGeom prst="rect">
            <a:avLst/>
          </a:prstGeom>
          <a:solidFill>
            <a:srgbClr val="729fc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lang="en-CA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{{IMG_7}}"/>
          <p:cNvSpPr/>
          <p:nvPr/>
        </p:nvSpPr>
        <p:spPr>
          <a:xfrm>
            <a:off x="329760" y="1672920"/>
            <a:ext cx="1645920" cy="1323360"/>
          </a:xfrm>
          <a:prstGeom prst="rect">
            <a:avLst/>
          </a:prstGeom>
          <a:solidFill>
            <a:srgbClr val="729fc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lang="en-CA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{{IMG_8}}"/>
          <p:cNvSpPr/>
          <p:nvPr/>
        </p:nvSpPr>
        <p:spPr>
          <a:xfrm>
            <a:off x="1323360" y="3106080"/>
            <a:ext cx="1697400" cy="1374840"/>
          </a:xfrm>
          <a:prstGeom prst="rect">
            <a:avLst/>
          </a:prstGeom>
          <a:solidFill>
            <a:srgbClr val="729fc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lang="en-CA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{{IMG_9}}"/>
          <p:cNvSpPr/>
          <p:nvPr/>
        </p:nvSpPr>
        <p:spPr>
          <a:xfrm>
            <a:off x="289800" y="4596840"/>
            <a:ext cx="1589400" cy="1461240"/>
          </a:xfrm>
          <a:prstGeom prst="rect">
            <a:avLst/>
          </a:prstGeom>
          <a:solidFill>
            <a:srgbClr val="729fc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lang="en-CA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{{IMG_10}}"/>
          <p:cNvSpPr/>
          <p:nvPr/>
        </p:nvSpPr>
        <p:spPr>
          <a:xfrm>
            <a:off x="1332000" y="6153840"/>
            <a:ext cx="1696320" cy="1310400"/>
          </a:xfrm>
          <a:prstGeom prst="rect">
            <a:avLst/>
          </a:prstGeom>
          <a:solidFill>
            <a:srgbClr val="729fc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lang="en-CA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"/>
          <p:cNvSpPr txBox="1"/>
          <p:nvPr/>
        </p:nvSpPr>
        <p:spPr>
          <a:xfrm>
            <a:off x="315720" y="224640"/>
            <a:ext cx="996840" cy="1346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lang="en-CA" sz="1000" b="0" i="1" u="none" strike="noStrike">
                <a:solidFill>
                  <a:srgbClr val="000000"/>
                </a:solidFill>
                <a:effectLst/>
                <a:uFillTx/>
                <a:latin typeface="Nimbus Roman"/>
              </a:rPr>
              <a:t>{{caption_6}}</a:t>
            </a:r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/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"/>
          <p:cNvSpPr txBox="1"/>
          <p:nvPr/>
        </p:nvSpPr>
        <p:spPr>
          <a:xfrm>
            <a:off x="1975680" y="1650240"/>
            <a:ext cx="1045800" cy="1337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lang="en-CA" sz="1000" b="0" i="1" u="none" strike="noStrike">
                <a:solidFill>
                  <a:srgbClr val="000000"/>
                </a:solidFill>
                <a:effectLst/>
                <a:uFillTx/>
                <a:latin typeface="Nimbus Roman"/>
              </a:rPr>
              <a:t>{{caption_7}}</a:t>
            </a:r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/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"/>
          <p:cNvSpPr txBox="1"/>
          <p:nvPr/>
        </p:nvSpPr>
        <p:spPr>
          <a:xfrm>
            <a:off x="289800" y="3106080"/>
            <a:ext cx="1033560" cy="1370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lang="en-CA" sz="1000" b="0" i="1" u="none" strike="noStrike">
                <a:solidFill>
                  <a:srgbClr val="000000"/>
                </a:solidFill>
                <a:effectLst/>
                <a:uFillTx/>
                <a:latin typeface="Nimbus Roman"/>
              </a:rPr>
              <a:t>{{caption_8}}</a:t>
            </a:r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/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"/>
          <p:cNvSpPr txBox="1"/>
          <p:nvPr/>
        </p:nvSpPr>
        <p:spPr>
          <a:xfrm>
            <a:off x="308520" y="6153840"/>
            <a:ext cx="1023480" cy="1317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lang="en-CA" sz="1000" b="0" i="1" u="none" strike="noStrike">
                <a:solidFill>
                  <a:srgbClr val="000000"/>
                </a:solidFill>
                <a:effectLst/>
                <a:uFillTx/>
                <a:latin typeface="Nimbus Roman"/>
              </a:rPr>
              <a:t>{{caption_10}}</a:t>
            </a:r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/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"/>
          <p:cNvSpPr txBox="1"/>
          <p:nvPr/>
        </p:nvSpPr>
        <p:spPr>
          <a:xfrm>
            <a:off x="1879200" y="4596840"/>
            <a:ext cx="1149840" cy="146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lang="en-CA" sz="1000" b="0" i="1" u="none" strike="noStrike">
                <a:solidFill>
                  <a:srgbClr val="000000"/>
                </a:solidFill>
                <a:effectLst/>
                <a:uFillTx/>
                <a:latin typeface="Nimbus Roman"/>
              </a:rPr>
              <a:t>{{caption_9}}</a:t>
            </a:r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/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"/>
          <p:cNvSpPr txBox="1"/>
          <p:nvPr/>
        </p:nvSpPr>
        <p:spPr>
          <a:xfrm>
            <a:off x="3778200" y="341640"/>
            <a:ext cx="2587680" cy="444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lang="en-CA" sz="2000" b="1" i="1" u="none" strike="noStrike">
                <a:solidFill>
                  <a:srgbClr val="000000"/>
                </a:solidFill>
                <a:effectLst/>
                <a:uFillTx/>
                <a:latin typeface="Nimbus Roman"/>
                <a:ea typeface="Noto Sans CJK SC"/>
              </a:rPr>
              <a:t>{{ADDRESS</a:t>
            </a:r>
            <a:r>
              <a:rPr lang="en-CA" sz="2000" b="1" i="1" u="none" strike="noStrike">
                <a:solidFill>
                  <a:srgbClr val="000000"/>
                </a:solidFill>
                <a:effectLst/>
                <a:uFillTx/>
                <a:latin typeface="Nimbus Roman"/>
              </a:rPr>
              <a:t>}}</a:t>
            </a:r>
            <a:endParaRPr lang="en-CA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"/>
          <p:cNvSpPr txBox="1"/>
          <p:nvPr/>
        </p:nvSpPr>
        <p:spPr>
          <a:xfrm>
            <a:off x="7132320" y="342000"/>
            <a:ext cx="2587680" cy="444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lang="en-CA" sz="2000" b="1" i="1" u="none" strike="noStrike">
                <a:solidFill>
                  <a:srgbClr val="000000"/>
                </a:solidFill>
                <a:effectLst/>
                <a:uFillTx/>
                <a:latin typeface="Nimbus Roman"/>
                <a:ea typeface="Noto Sans CJK SC"/>
              </a:rPr>
              <a:t>{{ADDRESS</a:t>
            </a:r>
            <a:r>
              <a:rPr lang="en-CA" sz="2000" b="1" i="1" u="none" strike="noStrike">
                <a:solidFill>
                  <a:srgbClr val="000000"/>
                </a:solidFill>
                <a:effectLst/>
                <a:uFillTx/>
                <a:latin typeface="Nimbus Roman"/>
              </a:rPr>
              <a:t>}}</a:t>
            </a:r>
            <a:endParaRPr lang="en-CA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"/>
          <p:cNvSpPr txBox="1"/>
          <p:nvPr/>
        </p:nvSpPr>
        <p:spPr>
          <a:xfrm>
            <a:off x="3600000" y="786240"/>
            <a:ext cx="2931480" cy="65937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>
              <a:lnSpc>
                <a:spcPct val="200000"/>
              </a:lnSpc>
              <a:tabLst>
                <a:tab algn="l" pos="0"/>
                <a:tab algn="l" pos="347040"/>
                <a:tab algn="l" pos="898200"/>
                <a:tab algn="l" pos="4027680"/>
              </a:tabLst>
            </a:pPr>
            <a:r>
              <a:rPr lang="en-CA" sz="1400" b="1" u="none" strike="noStrike">
                <a:solidFill>
                  <a:srgbClr val="000000"/>
                </a:solidFill>
                <a:effectLst/>
                <a:uFillTx/>
                <a:latin typeface="Nimbus Roman"/>
              </a:rPr>
              <a:t>{{FEATURE_BLOCK}}</a:t>
            </a:r>
            <a:endParaRPr lang="en-CA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"/>
          <p:cNvSpPr txBox="1"/>
          <p:nvPr/>
        </p:nvSpPr>
        <p:spPr>
          <a:xfrm>
            <a:off x="6966720" y="768960"/>
            <a:ext cx="2952720" cy="5347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>
              <a:lnSpc>
                <a:spcPct val="150000"/>
              </a:lnSpc>
              <a:tabLst>
                <a:tab algn="l" pos="1619280"/>
              </a:tabLst>
            </a:pPr>
            <a:r>
              <a:rPr lang="en-CA" sz="1400" b="1" u="none" strike="noStrike">
                <a:solidFill>
                  <a:srgbClr val="000000"/>
                </a:solidFill>
                <a:effectLst/>
                <a:uFillTx/>
                <a:latin typeface="Nimbus Roman"/>
              </a:rPr>
              <a:t>{{ROOM_BLOCK}}</a:t>
            </a:r>
            <a:endParaRPr lang="en-CA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"/>
          <p:cNvSpPr txBox="1"/>
          <p:nvPr/>
        </p:nvSpPr>
        <p:spPr>
          <a:xfrm>
            <a:off x="7091640" y="6444720"/>
            <a:ext cx="2587680" cy="444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lang="en-CA" sz="1600" b="1" i="1" u="none" strike="noStrike">
                <a:solidFill>
                  <a:srgbClr val="000000"/>
                </a:solidFill>
                <a:effectLst/>
                <a:uFillTx/>
                <a:latin typeface="Nimbus Roman"/>
              </a:rPr>
              <a:t>{{TOTAL}}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143</TotalTime>
  <Application>LibreOffice/25.8.6.2$Linux_X86_64 LibreOffice_project/580$Build-2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2026-04-23T13:36:01Z</dcterms:created>
  <dc:creator/>
  <dc:description/>
  <dc:language>en-CA</dc:language>
  <cp:lastModifiedBy/>
  <dcterms:modified xsi:type="dcterms:W3CDTF">2026-04-23T16:52:26Z</dcterms:modified>
  <cp:revision>17</cp:revision>
  <dc:subject/>
  <dc:title/>
</cp:coreProperties>
</file>