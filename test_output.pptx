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939"/>
              </a:spcBef>
              <a:buNone/>
            </a:pP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BE6EA2E-1044-4035-B8B1-770E18CFC9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C8A656-510F-4744-B956-C3D2173D09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CA" sz="60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9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43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55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38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3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115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32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77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292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39440" y="7080120"/>
            <a:ext cx="318816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1116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4070A7C-E51E-4D25-B410-6E8711AC9FE0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244800" y="282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Bright, open kitchen with clean cabinetry, recessed lighting, and easy flow into dining.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037600" y="1746360"/>
            <a:ext cx="996840" cy="14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Inviting living room with comfortable seating and a large window that fills the space.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54160" y="324432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Dining area with slider doors to the backyard, made for indoor-outdoor entertaining.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995120" y="4647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Welcoming street view with a well-kept exterior and standout curb appeal on Happyvale Ave.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80440" y="60678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Expansive backyard with neighboring views, perfect for relaxing, playing, and hosting.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778200" y="34128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651120" y="785880"/>
            <a:ext cx="2825640" cy="5514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-2160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Enjoy bright living across three levels in this 1,700+ sq ft townhome on desirable Happyvale Avenue.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Cathedral entry welcomes you into a spacious main floor with a sunny dining room and convenient laundry.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2012 renovations refreshed the kitchen, flooring, windows, roof, and modernized lighting, railings, and overall finishes.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Park with ease using a double attached garage plus four total spaces, ideal for family and guests.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Backs onto school-district land for a peaceful backdrop, with a sundeck and fenced yard for outdoor living.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Pet- and rental-friendly strata includes maintenance, insurance, and water for simple, worry-free ownership.</a:t>
            </a:r>
          </a:p>
        </p:txBody>
      </p:sp>
      <p:sp>
        <p:nvSpPr>
          <p:cNvPr id="23" name=""/>
          <p:cNvSpPr txBox="1"/>
          <p:nvPr/>
        </p:nvSpPr>
        <p:spPr>
          <a:xfrm>
            <a:off x="7111800" y="14288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139160" y="48445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Live Comfortably on Happyvale Ave With Space, Light, and a Private Yard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132320" y="65754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$499,900.00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132320" y="61308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4 Bedrooms &amp; 2 Baths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Picture 27" descr="DSC03381.jpg"/>
          <p:cNvPicPr>
            <a:picLocks noChangeAspect="1"/>
          </p:cNvPicPr>
          <p:nvPr/>
        </p:nvPicPr>
        <p:blipFill>
          <a:blip r:embed="rId3"/>
          <a:srcRect l="6632" r="6632"/>
          <a:stretch>
            <a:fillRect/>
          </a:stretch>
        </p:blipFill>
        <p:spPr>
          <a:xfrm>
            <a:off x="1255320" y="270000"/>
            <a:ext cx="1765800" cy="1358280"/>
          </a:xfrm>
          <a:prstGeom prst="rect">
            <a:avLst/>
          </a:prstGeom>
        </p:spPr>
      </p:pic>
      <p:pic>
        <p:nvPicPr>
          <p:cNvPr id="29" name="Picture 28" descr="DSC03369.jpg"/>
          <p:cNvPicPr>
            <a:picLocks noChangeAspect="1"/>
          </p:cNvPicPr>
          <p:nvPr/>
        </p:nvPicPr>
        <p:blipFill>
          <a:blip r:embed="rId4"/>
          <a:srcRect l="7407" r="7407"/>
          <a:stretch>
            <a:fillRect/>
          </a:stretch>
        </p:blipFill>
        <p:spPr>
          <a:xfrm>
            <a:off x="240480" y="1755720"/>
            <a:ext cx="1801800" cy="1411200"/>
          </a:xfrm>
          <a:prstGeom prst="rect">
            <a:avLst/>
          </a:prstGeom>
        </p:spPr>
      </p:pic>
      <p:pic>
        <p:nvPicPr>
          <p:cNvPr id="30" name="Picture 29" descr="DSC03442.jpg"/>
          <p:cNvPicPr>
            <a:picLocks noChangeAspect="1"/>
          </p:cNvPicPr>
          <p:nvPr/>
        </p:nvPicPr>
        <p:blipFill>
          <a:blip r:embed="rId5"/>
          <a:srcRect l="7408" r="7408"/>
          <a:stretch>
            <a:fillRect/>
          </a:stretch>
        </p:blipFill>
        <p:spPr>
          <a:xfrm>
            <a:off x="239760" y="4661640"/>
            <a:ext cx="1703880" cy="1334520"/>
          </a:xfrm>
          <a:prstGeom prst="rect">
            <a:avLst/>
          </a:prstGeom>
        </p:spPr>
      </p:pic>
      <p:pic>
        <p:nvPicPr>
          <p:cNvPr id="31" name="Picture 30" descr="DSC03378.jpg"/>
          <p:cNvPicPr>
            <a:picLocks noChangeAspect="1"/>
          </p:cNvPicPr>
          <p:nvPr/>
        </p:nvPicPr>
        <p:blipFill>
          <a:blip r:embed="rId6"/>
          <a:srcRect l="6512" r="6512"/>
          <a:stretch>
            <a:fillRect/>
          </a:stretch>
        </p:blipFill>
        <p:spPr>
          <a:xfrm>
            <a:off x="1319760" y="3267720"/>
            <a:ext cx="1700280" cy="1304280"/>
          </a:xfrm>
          <a:prstGeom prst="rect">
            <a:avLst/>
          </a:prstGeom>
        </p:spPr>
      </p:pic>
      <p:pic>
        <p:nvPicPr>
          <p:cNvPr id="32" name="Picture 31" descr="DSC03355.jpg"/>
          <p:cNvPicPr>
            <a:picLocks noChangeAspect="1"/>
          </p:cNvPicPr>
          <p:nvPr/>
        </p:nvPicPr>
        <p:blipFill>
          <a:blip r:embed="rId7"/>
          <a:srcRect l="7442" r="7442"/>
          <a:stretch>
            <a:fillRect/>
          </a:stretch>
        </p:blipFill>
        <p:spPr>
          <a:xfrm>
            <a:off x="1380960" y="6063840"/>
            <a:ext cx="1640520" cy="1285920"/>
          </a:xfrm>
          <a:prstGeom prst="rect">
            <a:avLst/>
          </a:prstGeom>
        </p:spPr>
      </p:pic>
      <p:pic>
        <p:nvPicPr>
          <p:cNvPr id="33" name="Picture 32" descr="DSC03341.jpg"/>
          <p:cNvPicPr>
            <a:picLocks noChangeAspect="1"/>
          </p:cNvPicPr>
          <p:nvPr/>
        </p:nvPicPr>
        <p:blipFill>
          <a:blip r:embed="rId8"/>
          <a:srcRect l="4093" r="4093"/>
          <a:stretch>
            <a:fillRect/>
          </a:stretch>
        </p:blipFill>
        <p:spPr>
          <a:xfrm>
            <a:off x="7064640" y="2086920"/>
            <a:ext cx="2665800" cy="193716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315720" y="22464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Primary bedroom with a striking upholstered headboard and plenty of natural light.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975680" y="1650240"/>
            <a:ext cx="1045800" cy="133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Unwind on the deck while enjoying backyard views, with a built-in grill area.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89800" y="3106080"/>
            <a:ext cx="1033560" cy="1370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Clean, bright bathroom with a dual-sink vanity and a full shower/tub surround.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08520" y="6153840"/>
            <a:ext cx="1023480" cy="131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Attractive vanity bathroom with dual mirrors and a tidy, modern countertop finish.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879200" y="4596840"/>
            <a:ext cx="1149840" cy="146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Primary bedroom with calm neutral finishes, a comfortable layout, and great everyday.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778200" y="3416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132320" y="3420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600000" y="786240"/>
            <a:ext cx="2931480" cy="6593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spcBef>
                <a:spcPts val="0"/>
              </a:spcBef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Location:	Brocklehurst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Style:		Cathedral Entry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Heating:	Forced Air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Central Air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Fireplace:	Year Subst Reno2012Prop Condition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Includes:	Dishwasher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Electric Range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Refrigerator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Washer/Dryer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Deck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Private Yard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Pet Friendly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Rental Friendly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Taxes:		$3,145 (2025)</a:t>
            </a:r>
          </a:p>
        </p:txBody>
      </p:sp>
      <p:sp>
        <p:nvSpPr>
          <p:cNvPr id="41" name=""/>
          <p:cNvSpPr txBox="1"/>
          <p:nvPr/>
        </p:nvSpPr>
        <p:spPr>
          <a:xfrm>
            <a:off x="6966720" y="768960"/>
            <a:ext cx="2952720" cy="534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>
              <a:lnSpc>
                <a:spcPct val="150000"/>
              </a:lnSpc>
              <a:tabLst>
                <a:tab algn="l" pos="161928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Home (1,721 sq. ft.)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Kitchen	10' 4" x 13' 11"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Living Room	14' 4" x 14'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Dining Room	9' 2" x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Primary Bedroom	11' 8" x 10'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8' 3" x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12' 7" x 12' 9" 8' 9" x 9'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Bathroom - Full	4 PCE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Ensuite - Half	2 PCE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Laundry	9' 3" x 3' 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Family Room	19' 3" x 12'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Storage	18' 9" x 6' </a:t>
            </a:r>
          </a:p>
        </p:txBody>
      </p:sp>
      <p:sp>
        <p:nvSpPr>
          <p:cNvPr id="42" name=""/>
          <p:cNvSpPr txBox="1"/>
          <p:nvPr/>
        </p:nvSpPr>
        <p:spPr>
          <a:xfrm>
            <a:off x="7091640" y="64447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Total (1,721 sq. ft.)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42" descr="DSC03411.jpg"/>
          <p:cNvPicPr>
            <a:picLocks noChangeAspect="1"/>
          </p:cNvPicPr>
          <p:nvPr/>
        </p:nvPicPr>
        <p:blipFill>
          <a:blip r:embed="rId3"/>
          <a:srcRect l="6919" r="6919"/>
          <a:stretch>
            <a:fillRect/>
          </a:stretch>
        </p:blipFill>
        <p:spPr>
          <a:xfrm>
            <a:off x="1322640" y="241560"/>
            <a:ext cx="1698120" cy="1311840"/>
          </a:xfrm>
          <a:prstGeom prst="rect">
            <a:avLst/>
          </a:prstGeom>
        </p:spPr>
      </p:pic>
      <p:pic>
        <p:nvPicPr>
          <p:cNvPr id="44" name="Picture 43" descr="DSC03388.jpg"/>
          <p:cNvPicPr>
            <a:picLocks noChangeAspect="1"/>
          </p:cNvPicPr>
          <p:nvPr/>
        </p:nvPicPr>
        <p:blipFill>
          <a:blip r:embed="rId4"/>
          <a:srcRect l="8510" r="8510"/>
          <a:stretch>
            <a:fillRect/>
          </a:stretch>
        </p:blipFill>
        <p:spPr>
          <a:xfrm>
            <a:off x="329760" y="1672920"/>
            <a:ext cx="1645920" cy="1323360"/>
          </a:xfrm>
          <a:prstGeom prst="rect">
            <a:avLst/>
          </a:prstGeom>
        </p:spPr>
      </p:pic>
      <p:pic>
        <p:nvPicPr>
          <p:cNvPr id="45" name="Picture 44" descr="DSC03399.jpg"/>
          <p:cNvPicPr>
            <a:picLocks noChangeAspect="1"/>
          </p:cNvPicPr>
          <p:nvPr/>
        </p:nvPicPr>
        <p:blipFill>
          <a:blip r:embed="rId5"/>
          <a:srcRect l="8910" r="8910"/>
          <a:stretch>
            <a:fillRect/>
          </a:stretch>
        </p:blipFill>
        <p:spPr>
          <a:xfrm>
            <a:off x="1323360" y="3106080"/>
            <a:ext cx="1697400" cy="1374840"/>
          </a:xfrm>
          <a:prstGeom prst="rect">
            <a:avLst/>
          </a:prstGeom>
        </p:spPr>
      </p:pic>
      <p:pic>
        <p:nvPicPr>
          <p:cNvPr id="46" name="Picture 45" descr="DSC03434.jpg"/>
          <p:cNvPicPr>
            <a:picLocks noChangeAspect="1"/>
          </p:cNvPicPr>
          <p:nvPr/>
        </p:nvPicPr>
        <p:blipFill>
          <a:blip r:embed="rId6"/>
          <a:srcRect l="13800" r="13800"/>
          <a:stretch>
            <a:fillRect/>
          </a:stretch>
        </p:blipFill>
        <p:spPr>
          <a:xfrm>
            <a:off x="289800" y="4596840"/>
            <a:ext cx="1589400" cy="1461240"/>
          </a:xfrm>
          <a:prstGeom prst="rect">
            <a:avLst/>
          </a:prstGeom>
        </p:spPr>
      </p:pic>
      <p:pic>
        <p:nvPicPr>
          <p:cNvPr id="47" name="Picture 46" descr="DSC03417.jpg"/>
          <p:cNvPicPr>
            <a:picLocks noChangeAspect="1"/>
          </p:cNvPicPr>
          <p:nvPr/>
        </p:nvPicPr>
        <p:blipFill>
          <a:blip r:embed="rId7"/>
          <a:srcRect l="6917" r="6917"/>
          <a:stretch>
            <a:fillRect/>
          </a:stretch>
        </p:blipFill>
        <p:spPr>
          <a:xfrm>
            <a:off x="1332000" y="6153840"/>
            <a:ext cx="1696320" cy="131040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2026-04-23T16:52:26Z</dcterms:modified>
  <cp:revision>17</cp:revision>
  <dc:subject/>
  <dc:title/>
</cp:coreProperties>
</file>