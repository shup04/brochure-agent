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939"/>
              </a:spcBef>
              <a:buNone/>
            </a:pP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E6EA2E-1044-4035-B8B1-770E18CFC9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C8A656-510F-4744-B956-C3D2173D09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CA" sz="60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9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43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55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38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3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115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32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77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292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39440" y="7080120"/>
            <a:ext cx="318816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1116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070A7C-E51E-4D25-B410-6E8711AC9FE0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44800" y="282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Expansive backyard with distant views—ideal for outdoor play, dining, and relaxed.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037600" y="1746360"/>
            <a:ext cx="996840" cy="14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Light-filled kitchen with modern finishes, generous counter space, and a smooth, functional.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54160" y="324432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Spacious primary bedroom with plush upholstered headboard and tray-style lighting for.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995120" y="4647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Welcoming front exterior with a long driveway and a well-kept, attractive façade.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0440" y="60678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 living room with comfortable seating and a large window framing views outside.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778200" y="34128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51120" y="785880"/>
            <a:ext cx="2825640" cy="5514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Enjoy over 1,700 sq. ft. in a bright, functional 3-level split townhome on desirable Happyvale Avenue.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Cathedral entry and sunny dining flow to a sundeck, overlooking the fenced backyard and nearby green space.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Renovated in 2012 with modern kitchen updates, refreshed flooring, appliances, windows, roof, plus upgraded decks and railings.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Double attached garage with workshop space and four total parking spots provides effortless everyday convenience.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Pass-through access from the garage leads to the rear yard as the strata refreshes and paints siding.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Pet- and rental-friendly complex near schools, shopping, parks, and River’s Trail for a connected lifestyle.</a:t>
            </a:r>
          </a:p>
        </p:txBody>
      </p:sp>
      <p:sp>
        <p:nvSpPr>
          <p:cNvPr id="23" name=""/>
          <p:cNvSpPr txBox="1"/>
          <p:nvPr/>
        </p:nvSpPr>
        <p:spPr>
          <a:xfrm>
            <a:off x="7111800" y="14288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139160" y="48445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Happyvale Avenue Split-Level Living With Private Deck and Double Garage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132320" y="65754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$499,900.00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132320" y="61308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Picture 27" descr="DSC03355.jpg"/>
          <p:cNvPicPr>
            <a:picLocks noChangeAspect="1"/>
          </p:cNvPicPr>
          <p:nvPr/>
        </p:nvPicPr>
        <p:blipFill>
          <a:blip r:embed="rId3"/>
          <a:srcRect l="6632" r="6632"/>
          <a:stretch>
            <a:fillRect/>
          </a:stretch>
        </p:blipFill>
        <p:spPr>
          <a:xfrm>
            <a:off x="1255320" y="270000"/>
            <a:ext cx="1765800" cy="1358280"/>
          </a:xfrm>
          <a:prstGeom prst="rect">
            <a:avLst/>
          </a:prstGeom>
        </p:spPr>
      </p:pic>
      <p:pic>
        <p:nvPicPr>
          <p:cNvPr id="29" name="Picture 28" descr="DSC03381.jpg"/>
          <p:cNvPicPr>
            <a:picLocks noChangeAspect="1"/>
          </p:cNvPicPr>
          <p:nvPr/>
        </p:nvPicPr>
        <p:blipFill>
          <a:blip r:embed="rId4"/>
          <a:srcRect l="7407" r="7407"/>
          <a:stretch>
            <a:fillRect/>
          </a:stretch>
        </p:blipFill>
        <p:spPr>
          <a:xfrm>
            <a:off x="240480" y="1755720"/>
            <a:ext cx="1801800" cy="1411200"/>
          </a:xfrm>
          <a:prstGeom prst="rect">
            <a:avLst/>
          </a:prstGeom>
        </p:spPr>
      </p:pic>
      <p:pic>
        <p:nvPicPr>
          <p:cNvPr id="30" name="Picture 29" descr="DSC03442.jpg"/>
          <p:cNvPicPr>
            <a:picLocks noChangeAspect="1"/>
          </p:cNvPicPr>
          <p:nvPr/>
        </p:nvPicPr>
        <p:blipFill>
          <a:blip r:embed="rId5"/>
          <a:srcRect l="7408" r="7408"/>
          <a:stretch>
            <a:fillRect/>
          </a:stretch>
        </p:blipFill>
        <p:spPr>
          <a:xfrm>
            <a:off x="239760" y="4661640"/>
            <a:ext cx="1703880" cy="1334520"/>
          </a:xfrm>
          <a:prstGeom prst="rect">
            <a:avLst/>
          </a:prstGeom>
        </p:spPr>
      </p:pic>
      <p:pic>
        <p:nvPicPr>
          <p:cNvPr id="31" name="Picture 30" descr="DSC03411.jpg"/>
          <p:cNvPicPr>
            <a:picLocks noChangeAspect="1"/>
          </p:cNvPicPr>
          <p:nvPr/>
        </p:nvPicPr>
        <p:blipFill>
          <a:blip r:embed="rId6"/>
          <a:srcRect l="6614" r="6614"/>
          <a:stretch>
            <a:fillRect/>
          </a:stretch>
        </p:blipFill>
        <p:spPr>
          <a:xfrm>
            <a:off x="1319760" y="3267720"/>
            <a:ext cx="1700280" cy="1304280"/>
          </a:xfrm>
          <a:prstGeom prst="rect">
            <a:avLst/>
          </a:prstGeom>
        </p:spPr>
      </p:pic>
      <p:pic>
        <p:nvPicPr>
          <p:cNvPr id="32" name="Picture 31" descr="DSC03369.jpg"/>
          <p:cNvPicPr>
            <a:picLocks noChangeAspect="1"/>
          </p:cNvPicPr>
          <p:nvPr/>
        </p:nvPicPr>
        <p:blipFill>
          <a:blip r:embed="rId7"/>
          <a:srcRect l="7442" r="7442"/>
          <a:stretch>
            <a:fillRect/>
          </a:stretch>
        </p:blipFill>
        <p:spPr>
          <a:xfrm>
            <a:off x="1380960" y="6063840"/>
            <a:ext cx="1640520" cy="1285920"/>
          </a:xfrm>
          <a:prstGeom prst="rect">
            <a:avLst/>
          </a:prstGeom>
        </p:spPr>
      </p:pic>
      <p:pic>
        <p:nvPicPr>
          <p:cNvPr id="33" name="Picture 32" descr="DSC03343.jpg"/>
          <p:cNvPicPr>
            <a:picLocks noChangeAspect="1"/>
          </p:cNvPicPr>
          <p:nvPr/>
        </p:nvPicPr>
        <p:blipFill>
          <a:blip r:embed="rId8"/>
          <a:srcRect l="4093" r="4093"/>
          <a:stretch>
            <a:fillRect/>
          </a:stretch>
        </p:blipFill>
        <p:spPr>
          <a:xfrm>
            <a:off x="7064640" y="2086920"/>
            <a:ext cx="2665800" cy="193716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315720" y="22464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Dining area overlooks lush greenery, creating a sunny everyday space for meals and.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75680" y="1650240"/>
            <a:ext cx="1045800" cy="133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Private deck for outdoor dining and grilling—an easy extension of daily living.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9800" y="3106080"/>
            <a:ext cx="1033560" cy="137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Clean, bright full bath with updated fixtures and a granite-style vanity plus shower/tub.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8520" y="6153840"/>
            <a:ext cx="1023480" cy="131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Wide driveway and side approach for easy parking, with a clear view toward the garage.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79200" y="4596840"/>
            <a:ext cx="1149840" cy="146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Spacious bedroom with fresh paint, ample closet space, and a convenient hallway flow.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78200" y="3416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132320" y="3420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600000" y="786240"/>
            <a:ext cx="2931480" cy="659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spcBef>
                <a:spcPts val="0"/>
              </a:spcBef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	Cathedral Entry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Central Air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Electric Range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Refrigerator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Washer/Dryer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Deck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Private Yard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	$3,145 (2025)</a:t>
            </a:r>
          </a:p>
        </p:txBody>
      </p:sp>
      <p:sp>
        <p:nvSpPr>
          <p:cNvPr id="41" name=""/>
          <p:cNvSpPr txBox="1"/>
          <p:nvPr/>
        </p:nvSpPr>
        <p:spPr>
          <a:xfrm>
            <a:off x="6966720" y="768960"/>
            <a:ext cx="2952720" cy="534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Basement (674.9 sq. ft.)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12' 7" x 12'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Family Room	19' 3" x 12'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Storage	18' 9" x 6' </a:t>
            </a:r>
          </a:p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Main (1,046 sq. ft.)</a:t>
            </a: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Kitchen	10' 4" x 13' 11"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Living Room	14' 4" x 14'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Dining Room	9' 2"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Primary Bedroom	11' 8" x 10'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8' 3"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Bathroom - Full	4 PCE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Ensuite - Half	2 PCE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Laundry	9' 3" x 3' </a:t>
            </a:r>
          </a:p>
        </p:txBody>
      </p:sp>
      <p:sp>
        <p:nvSpPr>
          <p:cNvPr id="42" name=""/>
          <p:cNvSpPr txBox="1"/>
          <p:nvPr/>
        </p:nvSpPr>
        <p:spPr>
          <a:xfrm>
            <a:off x="7091640" y="64447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42" descr="DSC03378.jpg"/>
          <p:cNvPicPr>
            <a:picLocks noChangeAspect="1"/>
          </p:cNvPicPr>
          <p:nvPr/>
        </p:nvPicPr>
        <p:blipFill>
          <a:blip r:embed="rId3"/>
          <a:srcRect l="6818" r="6818"/>
          <a:stretch>
            <a:fillRect/>
          </a:stretch>
        </p:blipFill>
        <p:spPr>
          <a:xfrm>
            <a:off x="1322640" y="241560"/>
            <a:ext cx="1698120" cy="1311840"/>
          </a:xfrm>
          <a:prstGeom prst="rect">
            <a:avLst/>
          </a:prstGeom>
        </p:spPr>
      </p:pic>
      <p:pic>
        <p:nvPicPr>
          <p:cNvPr id="44" name="Picture 43" descr="DSC03388.jpg"/>
          <p:cNvPicPr>
            <a:picLocks noChangeAspect="1"/>
          </p:cNvPicPr>
          <p:nvPr/>
        </p:nvPicPr>
        <p:blipFill>
          <a:blip r:embed="rId4"/>
          <a:srcRect l="8510" r="8510"/>
          <a:stretch>
            <a:fillRect/>
          </a:stretch>
        </p:blipFill>
        <p:spPr>
          <a:xfrm>
            <a:off x="329760" y="1672920"/>
            <a:ext cx="1645920" cy="1323360"/>
          </a:xfrm>
          <a:prstGeom prst="rect">
            <a:avLst/>
          </a:prstGeom>
        </p:spPr>
      </p:pic>
      <p:pic>
        <p:nvPicPr>
          <p:cNvPr id="45" name="Picture 44" descr="DSC03399.jpg"/>
          <p:cNvPicPr>
            <a:picLocks noChangeAspect="1"/>
          </p:cNvPicPr>
          <p:nvPr/>
        </p:nvPicPr>
        <p:blipFill>
          <a:blip r:embed="rId5"/>
          <a:srcRect l="8910" r="8910"/>
          <a:stretch>
            <a:fillRect/>
          </a:stretch>
        </p:blipFill>
        <p:spPr>
          <a:xfrm>
            <a:off x="1323360" y="3106080"/>
            <a:ext cx="1697400" cy="1374840"/>
          </a:xfrm>
          <a:prstGeom prst="rect">
            <a:avLst/>
          </a:prstGeom>
        </p:spPr>
      </p:pic>
      <p:pic>
        <p:nvPicPr>
          <p:cNvPr id="46" name="Picture 45" descr="DSC03423.jpg"/>
          <p:cNvPicPr>
            <a:picLocks noChangeAspect="1"/>
          </p:cNvPicPr>
          <p:nvPr/>
        </p:nvPicPr>
        <p:blipFill>
          <a:blip r:embed="rId6"/>
          <a:srcRect l="13715" r="13715"/>
          <a:stretch>
            <a:fillRect/>
          </a:stretch>
        </p:blipFill>
        <p:spPr>
          <a:xfrm>
            <a:off x="289800" y="4596840"/>
            <a:ext cx="1589400" cy="1461240"/>
          </a:xfrm>
          <a:prstGeom prst="rect">
            <a:avLst/>
          </a:prstGeom>
        </p:spPr>
      </p:pic>
      <p:pic>
        <p:nvPicPr>
          <p:cNvPr id="47" name="Picture 46" descr="DSC03439.jpg"/>
          <p:cNvPicPr>
            <a:picLocks noChangeAspect="1"/>
          </p:cNvPicPr>
          <p:nvPr/>
        </p:nvPicPr>
        <p:blipFill>
          <a:blip r:embed="rId7"/>
          <a:srcRect l="6816" r="6816"/>
          <a:stretch>
            <a:fillRect/>
          </a:stretch>
        </p:blipFill>
        <p:spPr>
          <a:xfrm>
            <a:off x="1332000" y="6153840"/>
            <a:ext cx="1696320" cy="13104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2026-04-23T16:52:26Z</dcterms:modified>
  <cp:revision>17</cp:revision>
  <dc:subject/>
  <dc:title/>
</cp:coreProperties>
</file>