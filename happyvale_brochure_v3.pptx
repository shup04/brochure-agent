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Expansive backyard with mountain backdrop, perfect for entertaining, play, and weekend.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Comfortable living room with a large window and cozy setup for relaxing evenings at home.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Dining area with sliding-door access and an open flow into the kitchen for easy living.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Bright, modern kitchen with spacious countertops, light cabinetry, and stainless appliances.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Primary bedroom with a stylish upholstered headboard, soft lighting, and calming room to.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Enjoy over 1,700 sq ft across three levels, ready for work, play, and everyday comfort in Brocklehurst.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Renovated in 2012 with modern updates including kitchen, flooring, appliances, windows, roof, and refreshed lighting.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Dine with ease as the main-floor dining room opens to a sundeck and fenced backyard with green-space views.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Main-floor laundry plus a generous rec room and flexible basement bedroom make hosting and home offices effortless.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Double garage with workshop space and pass-through access supports storage, hobbies, and smooth yard use.</a:t>
            </a:r>
          </a:p>
          <a:p>
            <a:pPr marL="216000" indent="-21600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Four total parking spaces include two in the garage, one in the driveway, and one assigned stall for convenience.</a:t>
            </a: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Renovated Brocklehurst Home With Cathedral Entry and Private Backyard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$499,900.00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DSC03355.jpg"/>
          <p:cNvPicPr>
            <a:picLocks noChangeAspect="1"/>
          </p:cNvPicPr>
          <p:nvPr/>
        </p:nvPicPr>
        <p:blipFill>
          <a:blip r:embed="rId3"/>
          <a:srcRect l="6632" r="6632"/>
          <a:stretch>
            <a:fillRect/>
          </a:stretch>
        </p:blipFill>
        <p:spPr>
          <a:xfrm>
            <a:off x="1255320" y="270000"/>
            <a:ext cx="1765800" cy="1358280"/>
          </a:xfrm>
          <a:prstGeom prst="rect">
            <a:avLst/>
          </a:prstGeom>
        </p:spPr>
      </p:pic>
      <p:pic>
        <p:nvPicPr>
          <p:cNvPr id="29" name="Picture 28" descr="DSC03369.jpg"/>
          <p:cNvPicPr>
            <a:picLocks noChangeAspect="1"/>
          </p:cNvPicPr>
          <p:nvPr/>
        </p:nvPicPr>
        <p:blipFill>
          <a:blip r:embed="rId4"/>
          <a:srcRect l="7407" r="7407"/>
          <a:stretch>
            <a:fillRect/>
          </a:stretch>
        </p:blipFill>
        <p:spPr>
          <a:xfrm>
            <a:off x="240480" y="1755720"/>
            <a:ext cx="1801800" cy="1411200"/>
          </a:xfrm>
          <a:prstGeom prst="rect">
            <a:avLst/>
          </a:prstGeom>
        </p:spPr>
      </p:pic>
      <p:pic>
        <p:nvPicPr>
          <p:cNvPr id="30" name="Picture 29" descr="DSC03387.jpg"/>
          <p:cNvPicPr>
            <a:picLocks noChangeAspect="1"/>
          </p:cNvPicPr>
          <p:nvPr/>
        </p:nvPicPr>
        <p:blipFill>
          <a:blip r:embed="rId5"/>
          <a:srcRect l="7408" r="7408"/>
          <a:stretch>
            <a:fillRect/>
          </a:stretch>
        </p:blipFill>
        <p:spPr>
          <a:xfrm>
            <a:off x="239760" y="4661640"/>
            <a:ext cx="1703880" cy="1334520"/>
          </a:xfrm>
          <a:prstGeom prst="rect">
            <a:avLst/>
          </a:prstGeom>
        </p:spPr>
      </p:pic>
      <p:pic>
        <p:nvPicPr>
          <p:cNvPr id="31" name="Picture 30" descr="DSC03378.jpg"/>
          <p:cNvPicPr>
            <a:picLocks noChangeAspect="1"/>
          </p:cNvPicPr>
          <p:nvPr/>
        </p:nvPicPr>
        <p:blipFill>
          <a:blip r:embed="rId6"/>
          <a:srcRect l="6512" r="6512"/>
          <a:stretch>
            <a:fillRect/>
          </a:stretch>
        </p:blipFill>
        <p:spPr>
          <a:xfrm>
            <a:off x="1319760" y="3267720"/>
            <a:ext cx="1700280" cy="1304280"/>
          </a:xfrm>
          <a:prstGeom prst="rect">
            <a:avLst/>
          </a:prstGeom>
        </p:spPr>
      </p:pic>
      <p:pic>
        <p:nvPicPr>
          <p:cNvPr id="32" name="Picture 31" descr="DSC03411.jpg"/>
          <p:cNvPicPr>
            <a:picLocks noChangeAspect="1"/>
          </p:cNvPicPr>
          <p:nvPr/>
        </p:nvPicPr>
        <p:blipFill>
          <a:blip r:embed="rId7"/>
          <a:srcRect l="7541" r="7541"/>
          <a:stretch>
            <a:fillRect/>
          </a:stretch>
        </p:blipFill>
        <p:spPr>
          <a:xfrm>
            <a:off x="1380960" y="6063840"/>
            <a:ext cx="1640520" cy="1285920"/>
          </a:xfrm>
          <a:prstGeom prst="rect">
            <a:avLst/>
          </a:prstGeom>
        </p:spPr>
      </p:pic>
      <p:pic>
        <p:nvPicPr>
          <p:cNvPr id="33" name="Picture 32" descr="DSC03343.jpg"/>
          <p:cNvPicPr>
            <a:picLocks noChangeAspect="1"/>
          </p:cNvPicPr>
          <p:nvPr/>
        </p:nvPicPr>
        <p:blipFill>
          <a:blip r:embed="rId8"/>
          <a:srcRect l="4093" r="4093"/>
          <a:stretch>
            <a:fillRect/>
          </a:stretch>
        </p:blipFill>
        <p:spPr>
          <a:xfrm>
            <a:off x="7064640" y="2086920"/>
            <a:ext cx="2665800" cy="19371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Relax on the covered deck overlooking mature trees, an inviting spot for outdoor dining.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Bright, refined bathroom vanity with dual lighting for a clean, refreshed daily routine.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Great curb appeal from the driveway with attractive frontage and room for outdoor living.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Updated full bathroom with a bright vanity and a clean, tiled shower/tub area.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 living room with comfortable seating and direct access outdoors for effortless.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200000"/>
              </a:lnSpc>
              <a:spcBef>
                <a:spcPts val="44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	Cathedral Entry</a:t>
            </a:r>
          </a:p>
          <a:p>
            <a:pPr>
              <a:lnSpc>
                <a:spcPct val="200000"/>
              </a:lnSpc>
              <a:spcBef>
                <a:spcPts val="44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200000"/>
              </a:lnSpc>
              <a:spcBef>
                <a:spcPts val="22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200000"/>
              </a:lnSpc>
              <a:spcBef>
                <a:spcPts val="44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Parking:	2 Car Garage</a:t>
            </a:r>
          </a:p>
          <a:p>
            <a:pPr>
              <a:lnSpc>
                <a:spcPct val="200000"/>
              </a:lnSpc>
              <a:spcBef>
                <a:spcPts val="44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200000"/>
              </a:lnSpc>
              <a:spcBef>
                <a:spcPts val="22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200000"/>
              </a:lnSpc>
              <a:spcBef>
                <a:spcPts val="22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200000"/>
              </a:lnSpc>
              <a:spcBef>
                <a:spcPts val="22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200000"/>
              </a:lnSpc>
              <a:spcBef>
                <a:spcPts val="22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200000"/>
              </a:lnSpc>
              <a:spcBef>
                <a:spcPts val="22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200000"/>
              </a:lnSpc>
              <a:spcBef>
                <a:spcPts val="44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	$3,145 (2025)</a:t>
            </a:r>
          </a:p>
          <a:p>
            <a:pPr>
              <a:lnSpc>
                <a:spcPct val="200000"/>
              </a:lnSpc>
              <a:spcBef>
                <a:spcPts val="44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Lot Size:	Lot size (acres): not provided</a:t>
            </a: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Basement (674.9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Lower / Basement bedroom	</a:t>
            </a:r>
          </a:p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Basement (1046 sq. ft.)</a:t>
            </a: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12' 7" x 12' 9"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Bathroom	4 piece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Ensuite	2 piece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Laundry	9' 3" x 3'"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Storage	18' 9" x 6'"</a:t>
            </a: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2" descr="DSC03388.jpg"/>
          <p:cNvPicPr>
            <a:picLocks noChangeAspect="1"/>
          </p:cNvPicPr>
          <p:nvPr/>
        </p:nvPicPr>
        <p:blipFill>
          <a:blip r:embed="rId3"/>
          <a:srcRect l="6818" r="6818"/>
          <a:stretch>
            <a:fillRect/>
          </a:stretch>
        </p:blipFill>
        <p:spPr>
          <a:xfrm>
            <a:off x="1322640" y="241560"/>
            <a:ext cx="1698120" cy="1311840"/>
          </a:xfrm>
          <a:prstGeom prst="rect">
            <a:avLst/>
          </a:prstGeom>
        </p:spPr>
      </p:pic>
      <p:pic>
        <p:nvPicPr>
          <p:cNvPr id="44" name="Picture 43" descr="DSC03417.jpg"/>
          <p:cNvPicPr>
            <a:picLocks noChangeAspect="1"/>
          </p:cNvPicPr>
          <p:nvPr/>
        </p:nvPicPr>
        <p:blipFill>
          <a:blip r:embed="rId4"/>
          <a:srcRect l="8607" r="8607"/>
          <a:stretch>
            <a:fillRect/>
          </a:stretch>
        </p:blipFill>
        <p:spPr>
          <a:xfrm>
            <a:off x="329760" y="1672920"/>
            <a:ext cx="1645920" cy="1323360"/>
          </a:xfrm>
          <a:prstGeom prst="rect">
            <a:avLst/>
          </a:prstGeom>
        </p:spPr>
      </p:pic>
      <p:pic>
        <p:nvPicPr>
          <p:cNvPr id="45" name="Picture 44" descr="DSC03442.jpg"/>
          <p:cNvPicPr>
            <a:picLocks noChangeAspect="1"/>
          </p:cNvPicPr>
          <p:nvPr/>
        </p:nvPicPr>
        <p:blipFill>
          <a:blip r:embed="rId5"/>
          <a:srcRect l="8814" r="8814"/>
          <a:stretch>
            <a:fillRect/>
          </a:stretch>
        </p:blipFill>
        <p:spPr>
          <a:xfrm>
            <a:off x="1323360" y="3106080"/>
            <a:ext cx="1697400" cy="1374840"/>
          </a:xfrm>
          <a:prstGeom prst="rect">
            <a:avLst/>
          </a:prstGeom>
        </p:spPr>
      </p:pic>
      <p:pic>
        <p:nvPicPr>
          <p:cNvPr id="46" name="Picture 45" descr="DSC03372.jpg"/>
          <p:cNvPicPr>
            <a:picLocks noChangeAspect="1"/>
          </p:cNvPicPr>
          <p:nvPr/>
        </p:nvPicPr>
        <p:blipFill>
          <a:blip r:embed="rId6"/>
          <a:srcRect l="13800" r="13800"/>
          <a:stretch>
            <a:fillRect/>
          </a:stretch>
        </p:blipFill>
        <p:spPr>
          <a:xfrm>
            <a:off x="289800" y="4596840"/>
            <a:ext cx="1589400" cy="1461240"/>
          </a:xfrm>
          <a:prstGeom prst="rect">
            <a:avLst/>
          </a:prstGeom>
        </p:spPr>
      </p:pic>
      <p:pic>
        <p:nvPicPr>
          <p:cNvPr id="47" name="Picture 46" descr="DSC03399.jpg"/>
          <p:cNvPicPr>
            <a:picLocks noChangeAspect="1"/>
          </p:cNvPicPr>
          <p:nvPr/>
        </p:nvPicPr>
        <p:blipFill>
          <a:blip r:embed="rId7"/>
          <a:srcRect l="6917" r="6917"/>
          <a:stretch>
            <a:fillRect/>
          </a:stretch>
        </p:blipFill>
        <p:spPr>
          <a:xfrm>
            <a:off x="1332000" y="6153840"/>
            <a:ext cx="1696320" cy="13104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